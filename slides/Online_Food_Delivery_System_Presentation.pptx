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91AF-57EC-DB19-E003-B2265DE79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CD060-54A6-AD67-5B5B-E8EA9B207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154D1-6EF5-AC4C-7919-CC2B6939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58C3-FBB1-81B9-D6AE-CB828624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8C778-99BE-EF45-31F4-0FB78CD1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454E-5803-8104-35EB-E8C35D95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7510-D825-95B9-339C-BF64EE41F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6FC5D-EFD0-0F17-DA12-C9E63E33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5482D-5885-7BFD-D47C-276E6456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11C6-6351-89A8-64E5-3A0CAAD7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2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93FA-0A83-8444-7A6C-9E9BDA4B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52075-0CBA-9FF0-D950-834119F3A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1ED83-5E9D-D290-961C-3637522F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B7CC-7E1B-60C3-780B-18764AF4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CF7AB-DD32-CC0D-363C-535F7FCB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11EA-0C1F-9BFA-699D-707F2107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D9850-0B2D-EE52-CC95-0FBD427AF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BAD79-0C1A-2FAF-EC90-1AF1C030F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89B9C-D8FD-0675-3D48-38603B77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2B85C-CBF2-88AC-4E01-DC836CD6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E43E8-03C4-C4F7-AB00-858F28E9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8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BAAC-5660-B2B8-37D2-37FBF37F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E215E-BB8B-3A60-A53F-87098D97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66D50-1496-33CF-0C0F-CA5D36054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A8444-4273-8A4F-6714-A85C107C6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C8395-05E7-12A0-5E94-92BFEC6C0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A942F-409A-F3CF-E3C6-122C899B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E5316-E903-3D10-517E-8BBEE4BD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CFE7A2-A71A-EA8F-D09F-BB3D9062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51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C211-C35E-AE06-9901-78F66197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580A0-BC1D-0947-2BAD-98E307FF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14110-481C-7CCC-C3CB-DAB91AF2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44DF2-713B-5F3F-AFA5-CFFCE331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83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73387-EEB1-70AC-E420-792B2178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68097-92BA-359E-F014-1BED7A90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C0AC1-EA8C-A76F-583A-7F879509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3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F13B-EBC6-C8FD-05CF-831206CB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BA564-3E5C-656F-AF5C-2DEC9C21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4A13-DE44-3B0C-36A7-8367E16F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3F3DD-CAD4-D3B4-A3BB-48283ECF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792D1-9D9B-95E1-613A-706BE82F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D0A38-8D27-75D8-26D0-FA9DC69D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51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10AA-6DE3-0EBB-6DC5-74728437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B652-C58F-51CA-EF1C-416B8CDF1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AEAE0-467F-F1CB-C207-901A91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5912B-02CC-74A5-199F-1BB43F2C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9E6EF-5FDA-9D62-F201-7C317D9D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03AC7-29B0-00CA-68D6-506161E6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18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02C3-1C20-67AC-98F9-BE82FB92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91EF8-CBA6-2688-3A9D-D8B8CC3A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F3D28-EEFF-F12B-DDAD-65874102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6460-C073-E4B9-CE25-1CF6454A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48B7-6160-6816-1886-1620FA2A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6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BB9B9-714C-5F2A-EEFE-69A2010BA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938C2-2A0B-FDB3-3F39-8DE5EFB5B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6486-A239-4A66-45D4-180703FF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B836D-2FFA-4FF0-B2FA-9E1E23CE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7233E-519B-A5D2-EB51-91236D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6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BC0E6-0804-9195-3316-F12606C6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9435D-734F-3599-BD35-BD41F35E4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DDB4E-92E9-B62F-DE29-EDC740A35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2D3B9-5F69-4E70-9964-D078D0A730F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96D0-F626-1D3C-CA34-EC06FB1D1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9889-EF18-B5FD-89E0-5A5C2FD70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426EA-05CE-47EE-A484-76FBD7764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22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F055-0044-0B26-BA23-D235C16AE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370" y="3429000"/>
            <a:ext cx="9878518" cy="22934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Title: Online Food Ordering System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 Java Project</a:t>
            </a:r>
            <a:br>
              <a:rPr lang="en-US" sz="4000" dirty="0"/>
            </a:br>
            <a:r>
              <a:rPr lang="en-US" sz="4000" dirty="0"/>
              <a:t>Name</a:t>
            </a:r>
            <a:r>
              <a:rPr lang="en-US" sz="4000" b="1" dirty="0"/>
              <a:t>:</a:t>
            </a:r>
            <a:r>
              <a:rPr lang="en-US" sz="4000" dirty="0"/>
              <a:t> Ahana Dhar</a:t>
            </a:r>
            <a:br>
              <a:rPr lang="en-US" sz="4000" dirty="0"/>
            </a:br>
            <a:r>
              <a:rPr lang="en-US" sz="4000" dirty="0" err="1"/>
              <a:t>Stream:CSE</a:t>
            </a:r>
            <a:r>
              <a:rPr lang="en-US" sz="4000" dirty="0"/>
              <a:t> IOT</a:t>
            </a:r>
            <a:br>
              <a:rPr lang="en-US" sz="4000" dirty="0"/>
            </a:br>
            <a:r>
              <a:rPr lang="en-US" sz="4000" dirty="0"/>
              <a:t>Year:2 </a:t>
            </a:r>
            <a:r>
              <a:rPr lang="en-US" sz="4000" dirty="0" err="1"/>
              <a:t>nd</a:t>
            </a:r>
            <a:br>
              <a:rPr lang="en-US" sz="4000" dirty="0"/>
            </a:br>
            <a:r>
              <a:rPr lang="en-US" sz="4000" dirty="0"/>
              <a:t>Enrollment no.-12024052019025</a:t>
            </a:r>
            <a:br>
              <a:rPr lang="en-US" sz="4000" dirty="0"/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2239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7A7C-C502-CF61-975F-89D1D29A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F90FBB-F658-0C15-BE6F-435D7AFA5A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2831"/>
            <a:ext cx="10674246" cy="3362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Traditional food ordering is inefficient and lacks proper structure. This system simplifies ordering using OOP concepts.</a:t>
            </a:r>
          </a:p>
          <a:p>
            <a:r>
              <a:rPr lang="en-US" b="1" dirty="0"/>
              <a:t>Target Users:</a:t>
            </a:r>
            <a:endParaRPr lang="en-US" dirty="0"/>
          </a:p>
          <a:p>
            <a:r>
              <a:rPr lang="en-US" dirty="0"/>
              <a:t>Students</a:t>
            </a:r>
          </a:p>
          <a:p>
            <a:r>
              <a:rPr lang="en-US" dirty="0"/>
              <a:t>Busy professionals</a:t>
            </a:r>
          </a:p>
          <a:p>
            <a:r>
              <a:rPr lang="en-US" dirty="0"/>
              <a:t>Anyone ordering food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19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632C-DA90-F90B-53D9-B521EEAE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SYSTEM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4196E-8706-7C86-3610-FCA777468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044" y="1539896"/>
            <a:ext cx="11183911" cy="5427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High-Level Architecture:</a:t>
            </a:r>
            <a:br>
              <a:rPr lang="en-IN" dirty="0"/>
            </a:br>
            <a:r>
              <a:rPr lang="en-IN" dirty="0"/>
              <a:t>User → Restaurant → Menu → Cart → Order</a:t>
            </a:r>
          </a:p>
          <a:p>
            <a:r>
              <a:rPr lang="en-IN" b="1" dirty="0"/>
              <a:t>Key Classes &amp; Responsibilities:</a:t>
            </a:r>
            <a:endParaRPr lang="en-IN" dirty="0"/>
          </a:p>
          <a:p>
            <a:r>
              <a:rPr lang="en-IN" dirty="0"/>
              <a:t>User → stores user details</a:t>
            </a:r>
          </a:p>
          <a:p>
            <a:r>
              <a:rPr lang="en-IN" dirty="0"/>
              <a:t>Restaurant → holds restaurant info</a:t>
            </a:r>
          </a:p>
          <a:p>
            <a:r>
              <a:rPr lang="en-IN" dirty="0" err="1"/>
              <a:t>MenuItem</a:t>
            </a:r>
            <a:r>
              <a:rPr lang="en-IN" dirty="0"/>
              <a:t> → food items</a:t>
            </a:r>
          </a:p>
          <a:p>
            <a:r>
              <a:rPr lang="en-IN" dirty="0"/>
              <a:t>Cart → manages selected items</a:t>
            </a:r>
          </a:p>
          <a:p>
            <a:r>
              <a:rPr lang="en-IN" dirty="0"/>
              <a:t>Order → handles order placement</a:t>
            </a:r>
          </a:p>
          <a:p>
            <a:r>
              <a:rPr lang="en-IN" b="1" dirty="0"/>
              <a:t>Package Structure:</a:t>
            </a:r>
            <a:endParaRPr lang="en-IN" dirty="0"/>
          </a:p>
          <a:p>
            <a:r>
              <a:rPr lang="en-IN" dirty="0"/>
              <a:t>All classes in a single package (basic version)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77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2F4F-8648-BD6F-C6F5-8999E355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OOPS CONCEPT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93D6-2BB1-4C5D-8F06-5DF8FC9C1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Abstraction:</a:t>
            </a:r>
            <a:endParaRPr lang="en-IN" dirty="0"/>
          </a:p>
          <a:p>
            <a:r>
              <a:rPr lang="en-IN" dirty="0" err="1"/>
              <a:t>placeOrder</a:t>
            </a:r>
            <a:r>
              <a:rPr lang="en-IN" dirty="0"/>
              <a:t>() hides internal logic</a:t>
            </a:r>
          </a:p>
          <a:p>
            <a:r>
              <a:rPr lang="en-IN" b="1" dirty="0"/>
              <a:t>2. Encapsulation:</a:t>
            </a:r>
            <a:endParaRPr lang="en-IN" dirty="0"/>
          </a:p>
          <a:p>
            <a:r>
              <a:rPr lang="en-IN" dirty="0"/>
              <a:t>Data stored inside classes like User, </a:t>
            </a:r>
            <a:r>
              <a:rPr lang="en-IN" dirty="0" err="1"/>
              <a:t>MenuItem</a:t>
            </a:r>
            <a:endParaRPr lang="en-IN" dirty="0"/>
          </a:p>
          <a:p>
            <a:r>
              <a:rPr lang="en-IN" b="1" dirty="0"/>
              <a:t>3. Composition:</a:t>
            </a:r>
            <a:endParaRPr lang="en-IN" dirty="0"/>
          </a:p>
          <a:p>
            <a:r>
              <a:rPr lang="en-IN" dirty="0"/>
              <a:t>Order contains Cart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54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7B3D-84D4-41EF-D43C-5B55B416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TECHNICAL HIGHLIGHT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0D7C-5783-58D7-F79E-F91523C7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Logic: Cart using </a:t>
            </a:r>
            <a:r>
              <a:rPr lang="en-US" b="1" dirty="0" err="1"/>
              <a:t>ArrayList</a:t>
            </a:r>
            <a:endParaRPr lang="en-US" dirty="0"/>
          </a:p>
          <a:p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 err="1"/>
              <a:t>MenuItem</a:t>
            </a:r>
            <a:r>
              <a:rPr lang="en-US" dirty="0"/>
              <a:t>&gt; items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b="1" dirty="0"/>
              <a:t>Why this design?</a:t>
            </a:r>
            <a:endParaRPr lang="en-US" dirty="0"/>
          </a:p>
          <a:p>
            <a:r>
              <a:rPr lang="en-US" dirty="0"/>
              <a:t>Dynamic size (can add unlimited items)</a:t>
            </a:r>
          </a:p>
          <a:p>
            <a:r>
              <a:rPr lang="en-US" dirty="0"/>
              <a:t>Easy iteration</a:t>
            </a:r>
          </a:p>
          <a:p>
            <a:r>
              <a:rPr lang="en-US" dirty="0"/>
              <a:t>Efficient for small systems</a:t>
            </a:r>
          </a:p>
          <a:p>
            <a:r>
              <a:rPr lang="en-US" b="1" dirty="0"/>
              <a:t>Another Highlight:</a:t>
            </a:r>
            <a:br>
              <a:rPr lang="en-US" dirty="0"/>
            </a:br>
            <a:r>
              <a:rPr lang="en-US" dirty="0"/>
              <a:t>Order depends on Cart → shows real-world relationship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182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8213-4717-185B-21F8-E025D5A9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BB2C-8179-F2DA-C3A7-C3597F6C3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OUTPUT-</a:t>
            </a:r>
          </a:p>
          <a:p>
            <a:pPr marL="0" indent="0">
              <a:buNone/>
            </a:pPr>
            <a:r>
              <a:rPr lang="en-US" dirty="0"/>
              <a:t>Welcome to Online Food Delivery System</a:t>
            </a:r>
          </a:p>
          <a:p>
            <a:pPr marL="0" indent="0">
              <a:buNone/>
            </a:pPr>
            <a:r>
              <a:rPr lang="en-US" dirty="0"/>
              <a:t>Name: Ahana</a:t>
            </a:r>
          </a:p>
          <a:p>
            <a:pPr marL="0" indent="0">
              <a:buNone/>
            </a:pPr>
            <a:r>
              <a:rPr lang="en-US" dirty="0"/>
              <a:t>Address: Kolkata</a:t>
            </a:r>
          </a:p>
          <a:p>
            <a:pPr marL="0" indent="0">
              <a:buNone/>
            </a:pPr>
            <a:r>
              <a:rPr lang="en-US" dirty="0"/>
              <a:t>Restaurant: Food Palace</a:t>
            </a:r>
          </a:p>
          <a:p>
            <a:pPr marL="0" indent="0">
              <a:buNone/>
            </a:pPr>
            <a:r>
              <a:rPr lang="en-US" dirty="0"/>
              <a:t>Order placed successfully!</a:t>
            </a:r>
          </a:p>
          <a:p>
            <a:pPr marL="0" indent="0">
              <a:buNone/>
            </a:pPr>
            <a:r>
              <a:rPr lang="en-US" dirty="0"/>
              <a:t>Burger - ₹120.0</a:t>
            </a:r>
          </a:p>
          <a:p>
            <a:pPr marL="0" indent="0">
              <a:buNone/>
            </a:pPr>
            <a:r>
              <a:rPr lang="en-US" dirty="0"/>
              <a:t>Pizza - ₹250.0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76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228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Title: Online Food Ordering System   Java Project Name: Ahana Dhar Stream:CSE IOT Year:2 nd Enrollment no.-12024052019025 </vt:lpstr>
      <vt:lpstr>PROBLEM STATEMENT</vt:lpstr>
      <vt:lpstr>SYSTEM DESIGN</vt:lpstr>
      <vt:lpstr>OOPS CONCEPT USED</vt:lpstr>
      <vt:lpstr>TECHNICAL HIGHLIGHT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Ahana Dhar</dc:creator>
  <cp:lastModifiedBy>Ahana Dhar</cp:lastModifiedBy>
  <cp:revision>1</cp:revision>
  <dcterms:created xsi:type="dcterms:W3CDTF">2026-03-29T16:23:49Z</dcterms:created>
  <dcterms:modified xsi:type="dcterms:W3CDTF">2026-03-29T17:19:59Z</dcterms:modified>
</cp:coreProperties>
</file>